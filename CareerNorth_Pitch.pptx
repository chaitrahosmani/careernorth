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(15s): Hi, I'm Chaitra. This is CareerNorth — an AI career platform that helps Canadian job seekers find the right roles, tailor applications, and prep for interviews, all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Job seekers submit 32-200+ applications per offer; only 0.1-2% lead to interviews; median 83 days to first offer; 72% say it hurts their mental health. The friction: wasted effort and no visibility into competitive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CareerNorth aggregates your profile and drives it through the whole journey — aggregate, discover (last 48h), match with precision scoring, and generate apply-ready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works: 1) set preferences and choose boards or add any custom career page; 2) upload resume, Gemini parses it, up to 3 versions; 3) Find Matching Jobs — real-time AI search with Google Search grounding, scored; 4) one-click tailored resume, cover letter, and STAR interview prep.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fresh 48-hour jobs, precision match scoring showing missing skills, works on ANY company career page not just aggregators, and coaching quality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reduces job-search-to-application-ready from hours to minutes and levels the playing field — coaching that used to cost hundreds, free to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&amp; deployed: Gemini for parsing/matching/generation with Search grounding; Vercel + Supabase with Google sign-in; row-level security for full data isolation. Everything persists and is copyable.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Built in a hackathon, deployed to production, ready for real users today.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943600" cy="5943600"/>
          </a:xfrm>
          <a:prstGeom prst="ellipse">
            <a:avLst/>
          </a:prstGeom>
          <a:solidFill>
            <a:srgbClr val="1B2450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1371600"/>
            <a:ext cx="3931920" cy="3931920"/>
          </a:xfrm>
          <a:prstGeom prst="ellipse">
            <a:avLst/>
          </a:prstGeom>
          <a:solidFill>
            <a:srgbClr val="182150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2103120" cy="210312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2344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2D3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CareerNorth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search to </a:t>
            </a:r>
            <a:pPr indent="0" marL="0">
              <a:buNone/>
            </a:pPr>
            <a:r>
              <a:rPr lang="en-US" sz="2400" b="1" dirty="0">
                <a:solidFill>
                  <a:srgbClr val="FDB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application-ready</a:t>
            </a:r>
            <a:pPr indent="0" marL="0">
              <a:buNone/>
            </a:pPr>
            <a:r>
              <a:rPr lang="en-US" sz="2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 minutes, not hours.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discovery, matching, tailoring &amp; interview prep for Canadian job seekers.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CareerNorth</a:t>
            </a:r>
            <a:pPr indent="0" marL="0">
              <a:buNone/>
            </a:pPr>
            <a:r>
              <a:rPr lang="en-US" sz="13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Solo build   •   Track: Education / Career   •   Chaitra Hosmani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job hunt is broken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burn weeks applying broadly, with almost nothing to show for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880360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2044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32–200+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78992" y="4389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before a single offer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75888" y="2514600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95928" y="2880360"/>
            <a:ext cx="457200" cy="457200"/>
          </a:xfrm>
          <a:prstGeom prst="ellipse">
            <a:avLst/>
          </a:prstGeom>
          <a:solidFill>
            <a:srgbClr val="FDBA2D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352044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0.1–2%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931920" y="4389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applications lead to an interview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28816" y="2514600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48856" y="2880360"/>
            <a:ext cx="457200" cy="457200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6" name="Text 14"/>
          <p:cNvSpPr/>
          <p:nvPr/>
        </p:nvSpPr>
        <p:spPr>
          <a:xfrm>
            <a:off x="6620256" y="352044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83 days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84848" y="4389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a first offer (late 2025)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381744" y="2514600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01784" y="288036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9473184" y="352044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637776" y="4389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search hurts their mental health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friction: wasted effort on poorly targeted applications, and no visibility into your own competitive position.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2D3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platform, the whole journey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CareerNorth aggregates your professional profile and drives it through every step of the search — so you spend less time applying broadly and more time on the roles you can actually win.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2587752" cy="2880360"/>
          </a:xfrm>
          <a:prstGeom prst="roundRect">
            <a:avLst>
              <a:gd name="adj" fmla="val 4240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3383280"/>
            <a:ext cx="566928" cy="5669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411480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Aggregate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46177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skills, experience, education &amp; target roles in one profile.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75888" y="3063240"/>
            <a:ext cx="2587752" cy="2880360"/>
          </a:xfrm>
          <a:prstGeom prst="roundRect">
            <a:avLst>
              <a:gd name="adj" fmla="val 4240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68496" y="3383280"/>
            <a:ext cx="566928" cy="566928"/>
          </a:xfrm>
          <a:prstGeom prst="ellipse">
            <a:avLst/>
          </a:prstGeom>
          <a:solidFill>
            <a:srgbClr val="FDBA2D"/>
          </a:solidFill>
          <a:ln/>
        </p:spPr>
      </p:sp>
      <p:sp>
        <p:nvSpPr>
          <p:cNvPr id="12" name="Text 10"/>
          <p:cNvSpPr/>
          <p:nvPr/>
        </p:nvSpPr>
        <p:spPr>
          <a:xfrm>
            <a:off x="3968496" y="411480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Discover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68496" y="46177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of jobs posted in the last 48 hours across Canadian boards.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28816" y="3063240"/>
            <a:ext cx="2587752" cy="2880360"/>
          </a:xfrm>
          <a:prstGeom prst="roundRect">
            <a:avLst>
              <a:gd name="adj" fmla="val 4240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21424" y="3383280"/>
            <a:ext cx="566928" cy="56692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6" name="Text 14"/>
          <p:cNvSpPr/>
          <p:nvPr/>
        </p:nvSpPr>
        <p:spPr>
          <a:xfrm>
            <a:off x="6821424" y="411480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Match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21424" y="46177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scoring vs. your profile — skill fit, experience &amp; salary alignment.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381744" y="3063240"/>
            <a:ext cx="2587752" cy="2880360"/>
          </a:xfrm>
          <a:prstGeom prst="roundRect">
            <a:avLst>
              <a:gd name="adj" fmla="val 4240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74352" y="338328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9674352" y="411480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Apply-ready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74352" y="46177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resumes, cover letters &amp; interview prep generated on demand.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DBA2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 in → offer-ready in one flow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322576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22128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 preferences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roles, salary, remote &amp; which boards to search — LinkedIn, Indeed, Job Bank, OPS, Gov of Canada, or any custom career page.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182112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401568"/>
            <a:ext cx="502920" cy="502920"/>
          </a:xfrm>
          <a:prstGeom prst="ellipse">
            <a:avLst/>
          </a:prstGeom>
          <a:solidFill>
            <a:srgbClr val="FDBA2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Upload resume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3273552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(Google Gemini) parses your PDF instantly — extracting skills, experience &amp; education. Up to three versions.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261104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480560"/>
            <a:ext cx="502920" cy="502920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43708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Find matching jobs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4352544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search with Google Search grounding scores every role for skill, experience &amp; salary fit.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5340096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1560" y="5559552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828800" y="54498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Tailor &amp; prep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0" y="543153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ATS-optimized resume, personalized cover letter, and role-specific interview prep in STAR format.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another job board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468880"/>
            <a:ext cx="182880" cy="182880"/>
          </a:xfrm>
          <a:prstGeom prst="ellipse">
            <a:avLst/>
          </a:prstGeom>
          <a:solidFill>
            <a:srgbClr val="FDBA2D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23682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Fresh, 48-hour jobs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81328" y="289864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roles posted in the last 48 hours — you apply before the flood.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468880"/>
            <a:ext cx="182880" cy="182880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1" name="Text 9"/>
          <p:cNvSpPr/>
          <p:nvPr/>
        </p:nvSpPr>
        <p:spPr>
          <a:xfrm>
            <a:off x="6967728" y="23682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Precision match scoring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67728" y="289864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posting scored against your resume, with the exact skills you're missing.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4434840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481328" y="43342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Any career page, not just aggregators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81328" y="48646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company's careers URL — CareerNorth fetches and parses it directly.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4434840"/>
            <a:ext cx="182880" cy="1828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6967728" y="43342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Coaching for everyone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67728" y="48646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expensive career services, generated instantly and free to the user.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22D3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Hours → minutes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CareerNorth collapses the time from job search to application-ready, and levels the playing field for every candidate.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166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3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Hours per application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tailoring resumes, hunting across fragmented boards, and prepping for interviews with zero feedback.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0E133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CAREERNORTH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Minutes, application-ready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39776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matching, tailored resume, cover letter and interview prep — combined into one guided flow.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career-coaching quality that used to cost hundreds — now available to every job seeker.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DBA2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DEPLOYED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Production-ready, secure by design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502152" cy="2743200"/>
          </a:xfrm>
          <a:prstGeom prst="roundRect">
            <a:avLst>
              <a:gd name="adj" fmla="val 4000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4712" y="2514600"/>
            <a:ext cx="502920" cy="502920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32004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Gemini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4712" y="3730752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parsing, match scoring &amp; generation, with Google Search grounding for live jobs.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08576" y="2194560"/>
            <a:ext cx="3502152" cy="2743200"/>
          </a:xfrm>
          <a:prstGeom prst="roundRect">
            <a:avLst>
              <a:gd name="adj" fmla="val 4000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2514600"/>
            <a:ext cx="502920" cy="502920"/>
          </a:xfrm>
          <a:prstGeom prst="ellipse">
            <a:avLst/>
          </a:prstGeom>
          <a:solidFill>
            <a:srgbClr val="FDBA2D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32004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Vercel + Supabase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10328" y="3730752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 with Supabase auth &amp; database, Google sign-in.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94192" y="2194560"/>
            <a:ext cx="3502152" cy="2743200"/>
          </a:xfrm>
          <a:prstGeom prst="roundRect">
            <a:avLst>
              <a:gd name="adj" fmla="val 4000"/>
            </a:avLst>
          </a:prstGeom>
          <a:solidFill>
            <a:srgbClr val="18215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95944" y="251460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695944" y="32004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Row-level security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95944" y="3730752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isolation between users — defense in depth at app and database layers.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10469880" cy="868680"/>
          </a:xfrm>
          <a:prstGeom prst="roundRect">
            <a:avLst>
              <a:gd name="adj" fmla="val 10526"/>
            </a:avLst>
          </a:prstGeom>
          <a:solidFill>
            <a:srgbClr val="1B245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2578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DB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persists.  </a:t>
            </a:r>
            <a:pPr indent="0" marL="0">
              <a:buNone/>
            </a:pPr>
            <a:r>
              <a:rPr lang="en-US" sz="145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return anytime to their saved resumes, cover letters &amp; interview prep — collapsible and one-click copyable.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5486400" cy="5486400"/>
          </a:xfrm>
          <a:prstGeom prst="ellipse">
            <a:avLst/>
          </a:prstGeom>
          <a:solidFill>
            <a:srgbClr val="1B245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577840"/>
            <a:ext cx="2743200" cy="2743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2D3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in a hackathon.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DBA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Deployed to production.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22D3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Ready for real users today.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CareerNorth gives every Canadian job seeker AI-powered discovery, precision matching, and application-ready output — in one platform, in minutes.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CareerNorth</a:t>
            </a:r>
            <a:pPr indent="0" marL="0">
              <a:buNone/>
            </a:pPr>
            <a:r>
              <a:rPr lang="en-US" sz="15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Chaitra Hosmani   ·   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CareerNorth — Hackathon Pitch</dc:title>
  <dc:subject>PptxGenJS Presentation</dc:subject>
  <dc:creator>CareerNorth</dc:creator>
  <cp:lastModifiedBy>CareerNorth</cp:lastModifiedBy>
  <cp:revision>1</cp:revision>
  <dcterms:created xsi:type="dcterms:W3CDTF">2026-07-09T22:48:57Z</dcterms:created>
  <dcterms:modified xsi:type="dcterms:W3CDTF">2026-07-09T22:48:57Z</dcterms:modified>
</cp:coreProperties>
</file>